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1B849-A8CD-4D54-B658-D5858019FA7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759-1693-4BCC-9BFA-9F96427F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1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EE759-1693-4BCC-9BFA-9F96427F5F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83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EE759-1693-4BCC-9BFA-9F96427F5F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87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67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7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69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1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92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1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2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11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5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00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050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85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660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037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289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53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BD19F2-890D-4F61-848A-942BD5D96CC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316A48-8417-47E2-BBFE-1B69C5C4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7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 and GitHub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Presented by Manal Asghar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72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87" y="646600"/>
            <a:ext cx="10282224" cy="56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1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67" y="1189950"/>
            <a:ext cx="10434665" cy="455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1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28" y="815788"/>
            <a:ext cx="9441872" cy="529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5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32" y="847826"/>
            <a:ext cx="9938049" cy="525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45" y="982132"/>
            <a:ext cx="10236378" cy="489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2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84" y="826185"/>
            <a:ext cx="10327716" cy="521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6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37" y="739224"/>
            <a:ext cx="9538854" cy="541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58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47" y="871295"/>
            <a:ext cx="10590539" cy="49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4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14" y="982132"/>
            <a:ext cx="9576483" cy="511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60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18" y="764758"/>
            <a:ext cx="9511146" cy="539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31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95" y="775507"/>
            <a:ext cx="9820932" cy="54495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580" y="775506"/>
            <a:ext cx="3234784" cy="536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09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688569"/>
            <a:ext cx="9097251" cy="540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283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83" y="675996"/>
            <a:ext cx="9414162" cy="54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3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892304" y="816370"/>
            <a:ext cx="10407390" cy="5263983"/>
            <a:chOff x="845963" y="844079"/>
            <a:chExt cx="10407390" cy="526398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5963" y="844079"/>
              <a:ext cx="10334655" cy="526398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4"/>
            <a:srcRect l="935" t="-12192" r="-935" b="33851"/>
            <a:stretch/>
          </p:blipFill>
          <p:spPr>
            <a:xfrm>
              <a:off x="3146628" y="4743069"/>
              <a:ext cx="8106725" cy="13649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368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950214" y="807569"/>
            <a:ext cx="10250357" cy="5205307"/>
            <a:chOff x="839377" y="779856"/>
            <a:chExt cx="10250357" cy="520530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377" y="779856"/>
              <a:ext cx="10236502" cy="3367271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4"/>
            <a:srcRect b="21046"/>
            <a:stretch/>
          </p:blipFill>
          <p:spPr>
            <a:xfrm>
              <a:off x="849906" y="3444859"/>
              <a:ext cx="10239828" cy="25403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7779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37" y="692727"/>
            <a:ext cx="9483436" cy="54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05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714</TotalTime>
  <Words>9</Words>
  <Application>Microsoft Office PowerPoint</Application>
  <PresentationFormat>Widescreen</PresentationFormat>
  <Paragraphs>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Organic</vt:lpstr>
      <vt:lpstr>Git and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and GitHub</dc:title>
  <dc:creator>smc</dc:creator>
  <cp:lastModifiedBy>smc</cp:lastModifiedBy>
  <cp:revision>16</cp:revision>
  <dcterms:created xsi:type="dcterms:W3CDTF">2026-03-29T09:46:40Z</dcterms:created>
  <dcterms:modified xsi:type="dcterms:W3CDTF">2026-03-29T21:41:19Z</dcterms:modified>
</cp:coreProperties>
</file>